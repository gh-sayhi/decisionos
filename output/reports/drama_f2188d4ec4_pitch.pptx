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一个被闺蜜背叛的女孩重生后逆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题材：逆袭, 复仇, 职场</a:t>
            </a:r>
          </a:p>
          <a:p>
            <a:r>
              <a:rPr lang="zh-CN" sz="2200"/>
              <a:t>平台：hongguo</a:t>
            </a:r>
          </a:p>
          <a:p>
            <a:r>
              <a:rPr lang="zh-CN" sz="2200"/>
              <a:t>预算：50,000</a:t>
            </a:r>
          </a:p>
          <a:p>
            <a:r>
              <a:rPr lang="zh-CN" sz="2200"/>
              <a:t>一个被闺蜜背叛的女孩重生后逆讲述女主林夏在逆袭, 复仇, 职场结构中被迫跌入低谷，借助男主顾言的关键资源完成反击，并在情感与利益冲突中做出选择。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项目判断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爆款潜力：76</a:t>
            </a:r>
          </a:p>
          <a:p>
            <a:r>
              <a:rPr lang="zh-CN" sz="2200"/>
              <a:t>预估 ROI：1330.4%</a:t>
            </a:r>
          </a:p>
          <a:p>
            <a:r>
              <a:rPr lang="zh-CN" sz="2200"/>
              <a:t>回本周期：7-14天</a:t>
            </a:r>
          </a:p>
          <a:p>
            <a:r>
              <a:rPr lang="zh-CN" sz="2200"/>
              <a:t>一个被闺蜜背叛的女孩重生后逆主打逆袭、复仇、职场，用女主低谷开场和男主关键介入制造连续追更欲望。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爆款对标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重生逆袭顶流型短剧：低谷羞辱、资源交易和公开反击是高转化短剧的稳定三件套。</a:t>
            </a:r>
          </a:p>
          <a:p>
            <a:r>
              <a:rPr lang="zh-CN" sz="2200"/>
              <a:t>契约恋爱霸总型短剧：强保护和误会解除适合女性用户连续追更。</a:t>
            </a:r>
          </a:p>
          <a:p>
            <a:r>
              <a:rPr lang="zh-CN" sz="2200"/>
              <a:t>家庭秘密反转型短剧：亲情压迫和身份秘密容易制造评论区争议与转发。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投流计划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她被全网嘲笑那天，男主递来一份改变命运的合同</a:t>
            </a:r>
          </a:p>
          <a:p>
            <a:r>
              <a:rPr lang="zh-CN" sz="2200"/>
              <a:t>所有人都以为女主输了，直到真相在直播间曝光</a:t>
            </a:r>
          </a:p>
          <a:p>
            <a:r>
              <a:rPr lang="zh-CN" sz="2200"/>
              <a:t>被背叛后重回低谷，她这次不再求任何人</a:t>
            </a:r>
          </a:p>
          <a:p>
            <a:r>
              <a:rPr lang="zh-CN" sz="2200"/>
              <a:t>男主说不救弱者，却为她打破了所有规则</a:t>
            </a:r>
          </a:p>
          <a:p>
            <a:r>
              <a:rPr lang="zh-CN" sz="2200"/>
              <a:t>第3集才知道，她的真实身份根本不简单</a:t>
            </a:r>
          </a:p>
          <a:p>
            <a:r>
              <a:rPr lang="zh-CN" sz="2200"/>
              <a:t>A版强调公开羞辱和爽点回收，测试完播率。</a:t>
            </a:r>
          </a:p>
          <a:p>
            <a:r>
              <a:rPr lang="zh-CN" sz="2200"/>
              <a:t>B版强调男女主交易关系，测试点击率。</a:t>
            </a:r>
          </a:p>
          <a:p>
            <a:r>
              <a:rPr lang="zh-CN" sz="2200"/>
              <a:t>C版强调身份秘密和付费卡点，测试付费转化。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付费点设计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第3集：她到底拿到了什么证据？下一集立刻反杀。</a:t>
            </a:r>
          </a:p>
          <a:p>
            <a:r>
              <a:rPr lang="zh-CN" sz="2200"/>
              <a:t>第6集：他为什么突然站在她这边？真相只差一步。</a:t>
            </a:r>
          </a:p>
          <a:p>
            <a:r>
              <a:rPr lang="zh-CN" sz="2200"/>
              <a:t>第10集：所有人都以为她输了，只有她知道底牌已经亮出。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演员与制作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女主：林夏，匹配 92.12</a:t>
            </a:r>
          </a:p>
          <a:p>
            <a:r>
              <a:rPr lang="zh-CN" sz="2200"/>
              <a:t>女主：唐一宁，匹配 72.88</a:t>
            </a:r>
          </a:p>
          <a:p>
            <a:r>
              <a:rPr lang="zh-CN" sz="2200"/>
              <a:t>男主：顾言，匹配 80.25</a:t>
            </a:r>
          </a:p>
          <a:p>
            <a:r>
              <a:rPr lang="zh-CN" sz="2200"/>
              <a:t>男主：周野，匹配 60.12</a:t>
            </a:r>
          </a:p>
          <a:p>
            <a:r>
              <a:rPr lang="zh-CN" sz="2200"/>
              <a:t>反派：苏蔓，匹配 74.38</a:t>
            </a:r>
          </a:p>
          <a:p>
            <a:r>
              <a:rPr lang="zh-CN" sz="2200"/>
              <a:t>反派：陈砚，匹配 73.78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执行建议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先用前三集脚本和 6-8 条投流素材做小预算测试，再决定是否扩拍。</a:t>
            </a:r>
          </a:p>
          <a:p>
            <a:r>
              <a:rPr lang="zh-CN" sz="2200"/>
              <a:t>优先锁定每个核心角色的第一推荐演员，同时保留第二推荐作为档期替补。</a:t>
            </a:r>
          </a:p>
          <a:p>
            <a:r>
              <a:rPr lang="zh-CN" sz="2200"/>
              <a:t>第3、6、10集重点强化人设反差、情绪冲突和付费卡点。</a:t>
            </a:r>
          </a:p>
          <a:p>
            <a:r>
              <a:rPr lang="zh-CN" sz="2200"/>
              <a:t>用爆款对标拆解确认开场钩子、付费卡点和低成本场景是否成立。</a:t>
            </a:r>
          </a:p>
          <a:p>
            <a:r>
              <a:rPr lang="zh-CN" sz="2200"/>
              <a:t>把 PDF 立项书、PPT 提案包和 Word 剧本大纲拆成三类交付，分别服务老板、客户和执行团队。</a:t>
            </a:r>
          </a:p>
          <a:p>
            <a:r>
              <a:rPr lang="zh-CN" sz="2200"/>
              <a:t>若预算紧张，优先保证男女主片酬、前三集拍摄质量和投流素材密度。</a:t>
            </a:r>
          </a:p>
        </p:txBody>
      </p:sp>
    </p:spTree>
  </p:cSld>
  <p:clrMapOvr>
    <a:masterClrMapping/>
  </p:clrMapOvr>
</p:sld>
</file>